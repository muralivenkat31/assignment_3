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Used Car Price Prediction (CarDekho Dataset)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Data Science Project by Murali</a:t>
            </a:r>
          </a:p>
          <a:p>
            <a:pPr/>
            <a:r>
              <a:t>Objective: Predict the resale value of used cars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Predict selling price of used cars based on features.</a:t>
            </a:r>
          </a:p>
          <a:p>
            <a:pPr/>
            <a:r>
              <a:t>Helps buyers/sellers find fair market value.</a:t>
            </a:r>
          </a:p>
          <a:p>
            <a:pPr/>
            <a:r>
              <a:t>Applies regression-based machine 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Source: CarDekho (Kaggle dataset)</a:t>
            </a:r>
          </a:p>
          <a:p>
            <a:pPr/>
            <a:r>
              <a:t>Contains ~3,000 records, 8 columns.</a:t>
            </a:r>
          </a:p>
          <a:p>
            <a:pPr/>
            <a:r>
              <a:t>Key features: Year, Present Price, Kms Driven, Fuel Type, Seller Type, Transmission, Owner, Selling Price.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Removed missing/unnecessary values.</a:t>
            </a:r>
          </a:p>
          <a:p>
            <a:pPr/>
            <a:r>
              <a:t>Encoded categorical variables (Fuel, Transmission, Seller Type).</a:t>
            </a:r>
          </a:p>
          <a:p>
            <a:pPr/>
            <a:r>
              <a:t>Created new feature: Car Age.</a:t>
            </a:r>
          </a:p>
          <a:p>
            <a:pPr/>
            <a:r>
              <a:t>Scaled and formatted numerical columns.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Older cars → lower selling price.</a:t>
            </a:r>
          </a:p>
          <a:p>
            <a:pPr/>
            <a:r>
              <a:t>Higher kilometers → lower price.</a:t>
            </a:r>
          </a:p>
          <a:p>
            <a:pPr/>
            <a:r>
              <a:t>Diesel cars retain value longer.</a:t>
            </a:r>
          </a:p>
          <a:p>
            <a:pPr/>
            <a:r>
              <a:t>Automatic cars usually have higher resale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Data split: 80% train, 20% test.</a:t>
            </a:r>
          </a:p>
          <a:p>
            <a:pPr/>
            <a:r>
              <a:t>Models used: Linear Regression, Random Forest, XGBoost.</a:t>
            </a:r>
          </a:p>
          <a:p>
            <a:pPr/>
            <a:r>
              <a:t>Evaluated with R² Score and RMSE.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Linear Regression: R² = 0.82, RMSE = 1.20</a:t>
            </a:r>
          </a:p>
          <a:p>
            <a:pPr/>
            <a:r>
              <a:t>Random Forest: R² = 0.93, RMSE = 0.72</a:t>
            </a:r>
          </a:p>
          <a:p>
            <a:pPr/>
            <a:r>
              <a:t>XGBoost: R² = 0.94, RMSE = 0.68</a:t>
            </a:r>
          </a:p>
          <a:p>
            <a:pPr/>
            <a:r>
              <a:t>Best Model: XGBoost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Top influencing factors:</a:t>
            </a:r>
          </a:p>
          <a:p>
            <a:pPr/>
            <a:r>
              <a:t>- Present Price</a:t>
            </a:r>
          </a:p>
          <a:p>
            <a:pPr/>
            <a:r>
              <a:t>- Car Age</a:t>
            </a:r>
          </a:p>
          <a:p>
            <a:pPr/>
            <a:r>
              <a:t>- Kms Driven</a:t>
            </a:r>
          </a:p>
          <a:p>
            <a:pPr/>
            <a:r>
              <a:t>- Fuel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Input: 2017 Diesel Manual, 45,000 km, Present Price ₹9L</a:t>
            </a:r>
          </a:p>
          <a:p>
            <a:pPr/>
            <a:r>
              <a:t>Predicted Selling Price: ₹7.5L</a:t>
            </a:r>
          </a:p>
          <a:p>
            <a:pPr/>
            <a:r>
              <a:t>Model closely matches real-world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Model achieved ~93–94% accuracy.</a:t>
            </a:r>
          </a:p>
          <a:p>
            <a:pPr/>
            <a:r>
              <a:t>Key factors: car age, price, kilometers driven.</a:t>
            </a:r>
          </a:p>
          <a:p>
            <a:pPr/>
            <a:r>
              <a:t>Future: Deploy with Streamlit/Flask for live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Questions?</a:t>
            </a:r>
          </a:p>
          <a:p>
            <a:pPr/>
            <a:r>
              <a:t>Project by Murali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